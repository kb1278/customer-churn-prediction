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E72E18-5777-4026-B717-CD69332179EB}" v="6" dt="2026-05-11T22:41:02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winder bhamra" userId="a12914428fb3a095" providerId="LiveId" clId="{F9C495C9-0E7D-43E7-AD41-513FD928BDD5}"/>
    <pc:docChg chg="undo custSel mod addSld delSld modSld addMainMaster delMainMaster modMainMaster modNotesMaster setSldSz">
      <pc:chgData name="kulwinder bhamra" userId="a12914428fb3a095" providerId="LiveId" clId="{F9C495C9-0E7D-43E7-AD41-513FD928BDD5}" dt="2026-05-11T23:23:53.964" v="80" actId="26606"/>
      <pc:docMkLst>
        <pc:docMk/>
      </pc:docMkLst>
      <pc:sldChg chg="addSp modSp add mod modNotes">
        <pc:chgData name="kulwinder bhamra" userId="a12914428fb3a095" providerId="LiveId" clId="{F9C495C9-0E7D-43E7-AD41-513FD928BDD5}" dt="2026-05-11T23:23:53.964" v="80" actId="26606"/>
        <pc:sldMkLst>
          <pc:docMk/>
          <pc:sldMk cId="0" sldId="256"/>
        </pc:sldMkLst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6"/>
            <ac:spMk id="6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23:53.964" v="80" actId="26606"/>
          <ac:spMkLst>
            <pc:docMk/>
            <pc:sldMk cId="0" sldId="256"/>
            <ac:spMk id="7" creationId="{00000000-0000-0000-0000-000000000000}"/>
          </ac:spMkLst>
        </pc:spChg>
      </pc:sldChg>
      <pc:sldChg chg="modSp del mod">
        <pc:chgData name="kulwinder bhamra" userId="a12914428fb3a095" providerId="LiveId" clId="{F9C495C9-0E7D-43E7-AD41-513FD928BDD5}" dt="2026-05-11T22:40:53.464" v="68" actId="47"/>
        <pc:sldMkLst>
          <pc:docMk/>
          <pc:sldMk cId="4168778448" sldId="256"/>
        </pc:sldMkLst>
        <pc:spChg chg="mod">
          <ac:chgData name="kulwinder bhamra" userId="a12914428fb3a095" providerId="LiveId" clId="{F9C495C9-0E7D-43E7-AD41-513FD928BDD5}" dt="2026-05-11T22:34:35.101" v="24" actId="14100"/>
          <ac:spMkLst>
            <pc:docMk/>
            <pc:sldMk cId="4168778448" sldId="256"/>
            <ac:spMk id="2" creationId="{A706EA1D-78A7-C602-06FA-007845FF0644}"/>
          </ac:spMkLst>
        </pc:spChg>
        <pc:spChg chg="mod">
          <ac:chgData name="kulwinder bhamra" userId="a12914428fb3a095" providerId="LiveId" clId="{F9C495C9-0E7D-43E7-AD41-513FD928BDD5}" dt="2026-05-11T22:40:51.748" v="67" actId="27636"/>
          <ac:spMkLst>
            <pc:docMk/>
            <pc:sldMk cId="4168778448" sldId="256"/>
            <ac:spMk id="3" creationId="{9ED62828-7850-01EB-0381-E757F77982CB}"/>
          </ac:spMkLst>
        </pc:spChg>
      </pc:sldChg>
      <pc:sldChg chg="modSp add mod modNotes">
        <pc:chgData name="kulwinder bhamra" userId="a12914428fb3a095" providerId="LiveId" clId="{F9C495C9-0E7D-43E7-AD41-513FD928BDD5}" dt="2026-05-11T23:19:50.983" v="79" actId="26606"/>
        <pc:sldMkLst>
          <pc:docMk/>
          <pc:sldMk cId="0" sldId="257"/>
        </pc:sldMkLst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7"/>
            <ac:spMk id="6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7"/>
            <ac:spMk id="22" creationId="{00000000-0000-0000-0000-000000000000}"/>
          </ac:spMkLst>
        </pc:spChg>
        <pc:picChg chg="mod">
          <ac:chgData name="kulwinder bhamra" userId="a12914428fb3a095" providerId="LiveId" clId="{F9C495C9-0E7D-43E7-AD41-513FD928BDD5}" dt="2026-05-11T23:19:50.983" v="79" actId="26606"/>
          <ac:picMkLst>
            <pc:docMk/>
            <pc:sldMk cId="0" sldId="257"/>
            <ac:picMk id="23" creationId="{00000000-0000-0000-0000-000000000000}"/>
          </ac:picMkLst>
        </pc:picChg>
      </pc:sldChg>
      <pc:sldChg chg="modSp add mod modNotes">
        <pc:chgData name="kulwinder bhamra" userId="a12914428fb3a095" providerId="LiveId" clId="{F9C495C9-0E7D-43E7-AD41-513FD928BDD5}" dt="2026-05-11T23:19:50.983" v="79" actId="26606"/>
        <pc:sldMkLst>
          <pc:docMk/>
          <pc:sldMk cId="0" sldId="258"/>
        </pc:sldMkLst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8"/>
            <ac:spMk id="6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8"/>
            <ac:spMk id="7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8"/>
            <ac:spMk id="15" creationId="{00000000-0000-0000-0000-000000000000}"/>
          </ac:spMkLst>
        </pc:spChg>
      </pc:sldChg>
      <pc:sldChg chg="addSp delSp modSp add mod setBg modNotes">
        <pc:chgData name="kulwinder bhamra" userId="a12914428fb3a095" providerId="LiveId" clId="{F9C495C9-0E7D-43E7-AD41-513FD928BDD5}" dt="2026-05-11T23:19:50.983" v="79" actId="26606"/>
        <pc:sldMkLst>
          <pc:docMk/>
          <pc:sldMk cId="0" sldId="259"/>
        </pc:sldMkLst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59"/>
            <ac:spMk id="3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04:53.836" v="77" actId="26606"/>
          <ac:spMkLst>
            <pc:docMk/>
            <pc:sldMk cId="0" sldId="259"/>
            <ac:spMk id="6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04:53.836" v="77" actId="26606"/>
          <ac:spMkLst>
            <pc:docMk/>
            <pc:sldMk cId="0" sldId="259"/>
            <ac:spMk id="7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04:53.836" v="77" actId="26606"/>
          <ac:spMkLst>
            <pc:docMk/>
            <pc:sldMk cId="0" sldId="259"/>
            <ac:spMk id="8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04:53.836" v="77" actId="26606"/>
          <ac:spMkLst>
            <pc:docMk/>
            <pc:sldMk cId="0" sldId="259"/>
            <ac:spMk id="9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04:53.836" v="77" actId="26606"/>
          <ac:spMkLst>
            <pc:docMk/>
            <pc:sldMk cId="0" sldId="259"/>
            <ac:spMk id="10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04:53.836" v="77" actId="26606"/>
          <ac:spMkLst>
            <pc:docMk/>
            <pc:sldMk cId="0" sldId="259"/>
            <ac:spMk id="11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04:53.836" v="77" actId="26606"/>
          <ac:spMkLst>
            <pc:docMk/>
            <pc:sldMk cId="0" sldId="259"/>
            <ac:spMk id="12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04:53.836" v="77" actId="26606"/>
          <ac:spMkLst>
            <pc:docMk/>
            <pc:sldMk cId="0" sldId="259"/>
            <ac:spMk id="13" creationId="{00000000-0000-0000-0000-000000000000}"/>
          </ac:spMkLst>
        </pc:spChg>
        <pc:spChg chg="mod replId">
          <ac:chgData name="kulwinder bhamra" userId="a12914428fb3a095" providerId="LiveId" clId="{F9C495C9-0E7D-43E7-AD41-513FD928BDD5}" dt="2026-05-11T23:04:53.079" v="76" actId="26606"/>
          <ac:spMkLst>
            <pc:docMk/>
            <pc:sldMk cId="0" sldId="259"/>
            <ac:spMk id="15" creationId="{00000000-0000-0000-0000-000000000000}"/>
          </ac:spMkLst>
        </pc:spChg>
        <pc:graphicFrameChg chg="mod">
          <ac:chgData name="kulwinder bhamra" userId="a12914428fb3a095" providerId="LiveId" clId="{F9C495C9-0E7D-43E7-AD41-513FD928BDD5}" dt="2026-05-11T23:19:50.983" v="79" actId="26606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addSp delSp modSp add mod setBg modNotes">
        <pc:chgData name="kulwinder bhamra" userId="a12914428fb3a095" providerId="LiveId" clId="{F9C495C9-0E7D-43E7-AD41-513FD928BDD5}" dt="2026-05-11T23:19:50.983" v="79" actId="26606"/>
        <pc:sldMkLst>
          <pc:docMk/>
          <pc:sldMk cId="0" sldId="260"/>
        </pc:sldMkLst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0"/>
            <ac:spMk id="4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0"/>
            <ac:spMk id="6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0"/>
            <ac:spMk id="8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0"/>
            <ac:spMk id="10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0"/>
            <ac:spMk id="11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0"/>
            <ac:spMk id="15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0"/>
            <ac:spMk id="17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0"/>
            <ac:spMk id="19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0"/>
            <ac:spMk id="22" creationId="{00000000-0000-0000-0000-000000000000}"/>
          </ac:spMkLst>
        </pc:spChg>
        <pc:graphicFrameChg chg="mod replId">
          <ac:chgData name="kulwinder bhamra" userId="a12914428fb3a095" providerId="LiveId" clId="{F9C495C9-0E7D-43E7-AD41-513FD928BDD5}" dt="2026-05-11T23:04:53.079" v="76" actId="26606"/>
          <ac:graphicFrameMkLst>
            <pc:docMk/>
            <pc:sldMk cId="0" sldId="260"/>
            <ac:graphicFrameMk id="23" creationId="{00000000-0000-0000-0000-000000000000}"/>
          </ac:graphicFrameMkLst>
        </pc:graphicFrameChg>
      </pc:sldChg>
      <pc:sldChg chg="addSp delSp modSp add mod setBg modNotes">
        <pc:chgData name="kulwinder bhamra" userId="a12914428fb3a095" providerId="LiveId" clId="{F9C495C9-0E7D-43E7-AD41-513FD928BDD5}" dt="2026-05-11T23:19:50.983" v="79" actId="26606"/>
        <pc:sldMkLst>
          <pc:docMk/>
          <pc:sldMk cId="0" sldId="261"/>
        </pc:sldMkLst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1"/>
            <ac:spMk id="10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1"/>
            <ac:spMk id="12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1"/>
            <ac:spMk id="13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1"/>
            <ac:spMk id="17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1"/>
            <ac:spMk id="18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1"/>
            <ac:spMk id="20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1"/>
            <ac:spMk id="21" creationId="{00000000-0000-0000-0000-000000000000}"/>
          </ac:spMkLst>
        </pc:spChg>
        <pc:spChg chg="del mod replI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1"/>
            <ac:spMk id="22" creationId="{00000000-0000-0000-0000-000000000000}"/>
          </ac:spMkLst>
        </pc:spChg>
        <pc:spChg chg="mod replId">
          <ac:chgData name="kulwinder bhamra" userId="a12914428fb3a095" providerId="LiveId" clId="{F9C495C9-0E7D-43E7-AD41-513FD928BDD5}" dt="2026-05-11T23:19:50.327" v="78" actId="26606"/>
          <ac:spMkLst>
            <pc:docMk/>
            <pc:sldMk cId="0" sldId="261"/>
            <ac:spMk id="23" creationId="{00000000-0000-0000-0000-000000000000}"/>
          </ac:spMkLst>
        </pc:spChg>
        <pc:spChg chg="mod replId">
          <ac:chgData name="kulwinder bhamra" userId="a12914428fb3a095" providerId="LiveId" clId="{F9C495C9-0E7D-43E7-AD41-513FD928BDD5}" dt="2026-05-11T23:19:50.327" v="78" actId="26606"/>
          <ac:spMkLst>
            <pc:docMk/>
            <pc:sldMk cId="0" sldId="261"/>
            <ac:spMk id="24" creationId="{00000000-0000-0000-0000-000000000000}"/>
          </ac:spMkLst>
        </pc:spChg>
      </pc:sldChg>
      <pc:sldChg chg="addSp delSp modSp add mod setBg modNotes">
        <pc:chgData name="kulwinder bhamra" userId="a12914428fb3a095" providerId="LiveId" clId="{F9C495C9-0E7D-43E7-AD41-513FD928BDD5}" dt="2026-05-11T23:19:50.983" v="79" actId="26606"/>
        <pc:sldMkLst>
          <pc:docMk/>
          <pc:sldMk cId="0" sldId="262"/>
        </pc:sldMkLst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2"/>
            <ac:spMk id="9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2"/>
            <ac:spMk id="10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2"/>
            <ac:spMk id="12" creationId="{00000000-0000-0000-0000-000000000000}"/>
          </ac:spMkLst>
        </pc:spChg>
        <pc:spChg chg="add del">
          <ac:chgData name="kulwinder bhamra" userId="a12914428fb3a095" providerId="LiveId" clId="{F9C495C9-0E7D-43E7-AD41-513FD928BDD5}" dt="2026-05-11T23:19:50.983" v="79" actId="26606"/>
          <ac:spMkLst>
            <pc:docMk/>
            <pc:sldMk cId="0" sldId="262"/>
            <ac:spMk id="14" creationId="{00000000-0000-0000-0000-000000000000}"/>
          </ac:spMkLst>
        </pc:spChg>
        <pc:spChg chg="add del">
          <ac:chgData name="kulwinder bhamra" userId="a12914428fb3a095" providerId="LiveId" clId="{F9C495C9-0E7D-43E7-AD41-513FD928BDD5}" dt="2026-05-11T23:19:50.983" v="79" actId="26606"/>
          <ac:spMkLst>
            <pc:docMk/>
            <pc:sldMk cId="0" sldId="262"/>
            <ac:spMk id="15" creationId="{00000000-0000-0000-0000-000000000000}"/>
          </ac:spMkLst>
        </pc:spChg>
        <pc:spChg chg="add del">
          <ac:chgData name="kulwinder bhamra" userId="a12914428fb3a095" providerId="LiveId" clId="{F9C495C9-0E7D-43E7-AD41-513FD928BDD5}" dt="2026-05-11T23:19:50.983" v="79" actId="26606"/>
          <ac:spMkLst>
            <pc:docMk/>
            <pc:sldMk cId="0" sldId="262"/>
            <ac:spMk id="16" creationId="{00000000-0000-0000-0000-000000000000}"/>
          </ac:spMkLst>
        </pc:spChg>
        <pc:spChg chg="mod replId">
          <ac:chgData name="kulwinder bhamra" userId="a12914428fb3a095" providerId="LiveId" clId="{F9C495C9-0E7D-43E7-AD41-513FD928BDD5}" dt="2026-05-11T23:04:53.079" v="76" actId="26606"/>
          <ac:spMkLst>
            <pc:docMk/>
            <pc:sldMk cId="0" sldId="262"/>
            <ac:spMk id="18" creationId="{00000000-0000-0000-0000-000000000000}"/>
          </ac:spMkLst>
        </pc:spChg>
        <pc:spChg chg="del mod replI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2"/>
            <ac:spMk id="19" creationId="{00000000-0000-0000-0000-000000000000}"/>
          </ac:spMkLst>
        </pc:spChg>
        <pc:graphicFrameChg chg="mod replId">
          <ac:chgData name="kulwinder bhamra" userId="a12914428fb3a095" providerId="LiveId" clId="{F9C495C9-0E7D-43E7-AD41-513FD928BDD5}" dt="2026-05-11T23:19:50.327" v="78" actId="26606"/>
          <ac:graphicFrameMkLst>
            <pc:docMk/>
            <pc:sldMk cId="0" sldId="262"/>
            <ac:graphicFrameMk id="18" creationId="{00000000-0000-0000-0000-000000000000}"/>
          </ac:graphicFrameMkLst>
        </pc:graphicFrameChg>
      </pc:sldChg>
      <pc:sldChg chg="addSp delSp modSp add mod setBg modNotes">
        <pc:chgData name="kulwinder bhamra" userId="a12914428fb3a095" providerId="LiveId" clId="{F9C495C9-0E7D-43E7-AD41-513FD928BDD5}" dt="2026-05-11T23:19:50.983" v="79" actId="26606"/>
        <pc:sldMkLst>
          <pc:docMk/>
          <pc:sldMk cId="0" sldId="263"/>
        </pc:sldMkLst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3"/>
            <ac:spMk id="4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3"/>
            <ac:spMk id="5" creationId="{00000000-0000-0000-0000-000000000000}"/>
          </ac:spMkLst>
        </pc:spChg>
        <pc:spChg chg="add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3"/>
            <ac:spMk id="6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3"/>
            <ac:spMk id="8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3"/>
            <ac:spMk id="9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3"/>
            <ac:spMk id="12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3"/>
            <ac:spMk id="13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3"/>
            <ac:spMk id="14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3"/>
            <ac:spMk id="15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3"/>
            <ac:spMk id="16" creationId="{00000000-0000-0000-0000-000000000000}"/>
          </ac:spMkLst>
        </pc:spChg>
        <pc:spChg chg="add del">
          <ac:chgData name="kulwinder bhamra" userId="a12914428fb3a095" providerId="LiveId" clId="{F9C495C9-0E7D-43E7-AD41-513FD928BDD5}" dt="2026-05-11T23:19:50.983" v="79" actId="26606"/>
          <ac:spMkLst>
            <pc:docMk/>
            <pc:sldMk cId="0" sldId="263"/>
            <ac:spMk id="19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04:53.836" v="77" actId="26606"/>
          <ac:spMkLst>
            <pc:docMk/>
            <pc:sldMk cId="0" sldId="263"/>
            <ac:spMk id="21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04:53.836" v="77" actId="26606"/>
          <ac:spMkLst>
            <pc:docMk/>
            <pc:sldMk cId="0" sldId="263"/>
            <ac:spMk id="23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04:53.836" v="77" actId="26606"/>
          <ac:spMkLst>
            <pc:docMk/>
            <pc:sldMk cId="0" sldId="263"/>
            <ac:spMk id="24" creationId="{00000000-0000-0000-0000-000000000000}"/>
          </ac:spMkLst>
        </pc:spChg>
        <pc:spChg chg="del mod replI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3"/>
            <ac:spMk id="26" creationId="{00000000-0000-0000-0000-000000000000}"/>
          </ac:spMkLst>
        </pc:spChg>
        <pc:spChg chg="mod replId">
          <ac:chgData name="kulwinder bhamra" userId="a12914428fb3a095" providerId="LiveId" clId="{F9C495C9-0E7D-43E7-AD41-513FD928BDD5}" dt="2026-05-11T23:04:53.079" v="76" actId="26606"/>
          <ac:spMkLst>
            <pc:docMk/>
            <pc:sldMk cId="0" sldId="263"/>
            <ac:spMk id="28" creationId="{00000000-0000-0000-0000-000000000000}"/>
          </ac:spMkLst>
        </pc:spChg>
        <pc:picChg chg="mod replId">
          <ac:chgData name="kulwinder bhamra" userId="a12914428fb3a095" providerId="LiveId" clId="{F9C495C9-0E7D-43E7-AD41-513FD928BDD5}" dt="2026-05-11T23:19:50.327" v="78" actId="26606"/>
          <ac:picMkLst>
            <pc:docMk/>
            <pc:sldMk cId="0" sldId="263"/>
            <ac:picMk id="22" creationId="{00000000-0000-0000-0000-000000000000}"/>
          </ac:picMkLst>
        </pc:picChg>
        <pc:picChg chg="mod replId">
          <ac:chgData name="kulwinder bhamra" userId="a12914428fb3a095" providerId="LiveId" clId="{F9C495C9-0E7D-43E7-AD41-513FD928BDD5}" dt="2026-05-11T23:19:50.327" v="78" actId="26606"/>
          <ac:picMkLst>
            <pc:docMk/>
            <pc:sldMk cId="0" sldId="263"/>
            <ac:picMk id="23" creationId="{00000000-0000-0000-0000-000000000000}"/>
          </ac:picMkLst>
        </pc:picChg>
        <pc:picChg chg="mod replId">
          <ac:chgData name="kulwinder bhamra" userId="a12914428fb3a095" providerId="LiveId" clId="{F9C495C9-0E7D-43E7-AD41-513FD928BDD5}" dt="2026-05-11T23:04:53.079" v="76" actId="26606"/>
          <ac:picMkLst>
            <pc:docMk/>
            <pc:sldMk cId="0" sldId="263"/>
            <ac:picMk id="25" creationId="{00000000-0000-0000-0000-000000000000}"/>
          </ac:picMkLst>
        </pc:picChg>
        <pc:picChg chg="mod replId">
          <ac:chgData name="kulwinder bhamra" userId="a12914428fb3a095" providerId="LiveId" clId="{F9C495C9-0E7D-43E7-AD41-513FD928BDD5}" dt="2026-05-11T23:04:53.079" v="76" actId="26606"/>
          <ac:picMkLst>
            <pc:docMk/>
            <pc:sldMk cId="0" sldId="263"/>
            <ac:picMk id="27" creationId="{00000000-0000-0000-0000-000000000000}"/>
          </ac:picMkLst>
        </pc:picChg>
        <pc:picChg chg="mod replId">
          <ac:chgData name="kulwinder bhamra" userId="a12914428fb3a095" providerId="LiveId" clId="{F9C495C9-0E7D-43E7-AD41-513FD928BDD5}" dt="2026-05-11T23:04:53.079" v="76" actId="26606"/>
          <ac:picMkLst>
            <pc:docMk/>
            <pc:sldMk cId="0" sldId="263"/>
            <ac:picMk id="29" creationId="{00000000-0000-0000-0000-000000000000}"/>
          </ac:picMkLst>
        </pc:picChg>
      </pc:sldChg>
      <pc:sldChg chg="addSp delSp modSp add mod modNotes">
        <pc:chgData name="kulwinder bhamra" userId="a12914428fb3a095" providerId="LiveId" clId="{F9C495C9-0E7D-43E7-AD41-513FD928BDD5}" dt="2026-05-11T23:19:50.983" v="79" actId="26606"/>
        <pc:sldMkLst>
          <pc:docMk/>
          <pc:sldMk cId="0" sldId="264"/>
        </pc:sldMkLst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4"/>
            <ac:spMk id="2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4"/>
            <ac:spMk id="6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4"/>
            <ac:spMk id="7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4"/>
            <ac:spMk id="9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4"/>
            <ac:spMk id="10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4"/>
            <ac:spMk id="11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4"/>
            <ac:spMk id="12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4"/>
            <ac:spMk id="14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4"/>
            <ac:spMk id="15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4"/>
            <ac:spMk id="17" creationId="{00000000-0000-0000-0000-000000000000}"/>
          </ac:spMkLst>
        </pc:spChg>
        <pc:spChg chg="add mod replId">
          <ac:chgData name="kulwinder bhamra" userId="a12914428fb3a095" providerId="LiveId" clId="{F9C495C9-0E7D-43E7-AD41-513FD928BDD5}" dt="2026-05-11T23:19:50.327" v="78" actId="26606"/>
          <ac:spMkLst>
            <pc:docMk/>
            <pc:sldMk cId="0" sldId="264"/>
            <ac:spMk id="18" creationId="{00000000-0000-0000-0000-000000000000}"/>
          </ac:spMkLst>
        </pc:spChg>
        <pc:graphicFrameChg chg="del mod replId">
          <ac:chgData name="kulwinder bhamra" userId="a12914428fb3a095" providerId="LiveId" clId="{F9C495C9-0E7D-43E7-AD41-513FD928BDD5}" dt="2026-05-11T23:04:53.836" v="77" actId="26606"/>
          <ac:graphicFrameMkLst>
            <pc:docMk/>
            <pc:sldMk cId="0" sldId="264"/>
            <ac:graphicFrameMk id="5" creationId="{00000000-0000-0000-0000-000000000000}"/>
          </ac:graphicFrameMkLst>
        </pc:graphicFrameChg>
        <pc:graphicFrameChg chg="add mod replId">
          <ac:chgData name="kulwinder bhamra" userId="a12914428fb3a095" providerId="LiveId" clId="{F9C495C9-0E7D-43E7-AD41-513FD928BDD5}" dt="2026-05-11T23:19:50.327" v="78" actId="26606"/>
          <ac:graphicFrameMkLst>
            <pc:docMk/>
            <pc:sldMk cId="0" sldId="264"/>
            <ac:graphicFrameMk id="19" creationId="{00000000-0000-0000-0000-000000000000}"/>
          </ac:graphicFrameMkLst>
        </pc:graphicFrameChg>
      </pc:sldChg>
      <pc:sldChg chg="addSp delSp modSp add mod setBg modNotes">
        <pc:chgData name="kulwinder bhamra" userId="a12914428fb3a095" providerId="LiveId" clId="{F9C495C9-0E7D-43E7-AD41-513FD928BDD5}" dt="2026-05-11T23:19:50.983" v="79" actId="26606"/>
        <pc:sldMkLst>
          <pc:docMk/>
          <pc:sldMk cId="0" sldId="265"/>
        </pc:sldMkLst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5"/>
            <ac:spMk id="3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5"/>
            <ac:spMk id="4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5"/>
            <ac:spMk id="5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5"/>
            <ac:spMk id="6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5"/>
            <ac:spMk id="8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5"/>
            <ac:spMk id="10" creationId="{00000000-0000-0000-0000-000000000000}"/>
          </ac:spMkLst>
        </pc:spChg>
        <pc:spChg chg="add del">
          <ac:chgData name="kulwinder bhamra" userId="a12914428fb3a095" providerId="LiveId" clId="{F9C495C9-0E7D-43E7-AD41-513FD928BDD5}" dt="2026-05-11T23:19:50.983" v="79" actId="26606"/>
          <ac:spMkLst>
            <pc:docMk/>
            <pc:sldMk cId="0" sldId="265"/>
            <ac:spMk id="12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04:53.836" v="77" actId="26606"/>
          <ac:spMkLst>
            <pc:docMk/>
            <pc:sldMk cId="0" sldId="265"/>
            <ac:spMk id="13" creationId="{00000000-0000-0000-0000-000000000000}"/>
          </ac:spMkLst>
        </pc:spChg>
        <pc:spChg chg="add del">
          <ac:chgData name="kulwinder bhamra" userId="a12914428fb3a095" providerId="LiveId" clId="{F9C495C9-0E7D-43E7-AD41-513FD928BDD5}" dt="2026-05-11T23:19:50.983" v="79" actId="26606"/>
          <ac:spMkLst>
            <pc:docMk/>
            <pc:sldMk cId="0" sldId="265"/>
            <ac:spMk id="14" creationId="{00000000-0000-0000-0000-000000000000}"/>
          </ac:spMkLst>
        </pc:spChg>
        <pc:spChg chg="del mod replI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5"/>
            <ac:spMk id="15" creationId="{00000000-0000-0000-0000-000000000000}"/>
          </ac:spMkLst>
        </pc:spChg>
      </pc:sldChg>
      <pc:sldChg chg="addSp delSp modSp add mod modNotes">
        <pc:chgData name="kulwinder bhamra" userId="a12914428fb3a095" providerId="LiveId" clId="{F9C495C9-0E7D-43E7-AD41-513FD928BDD5}" dt="2026-05-11T23:19:50.983" v="79" actId="26606"/>
        <pc:sldMkLst>
          <pc:docMk/>
          <pc:sldMk cId="0" sldId="266"/>
        </pc:sldMkLst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6"/>
            <ac:spMk id="5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6"/>
            <ac:spMk id="6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19:50.983" v="79" actId="26606"/>
          <ac:spMkLst>
            <pc:docMk/>
            <pc:sldMk cId="0" sldId="266"/>
            <ac:spMk id="7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6"/>
            <ac:spMk id="8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6"/>
            <ac:spMk id="9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6"/>
            <ac:spMk id="10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6"/>
            <ac:spMk id="11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6"/>
            <ac:spMk id="14" creationId="{00000000-0000-0000-0000-000000000000}"/>
          </ac:spMkLst>
        </pc:spChg>
        <pc:spChg chg="mod replId">
          <ac:chgData name="kulwinder bhamra" userId="a12914428fb3a095" providerId="LiveId" clId="{F9C495C9-0E7D-43E7-AD41-513FD928BDD5}" dt="2026-05-11T23:19:50.327" v="78" actId="26606"/>
          <ac:spMkLst>
            <pc:docMk/>
            <pc:sldMk cId="0" sldId="266"/>
            <ac:spMk id="15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04:53.836" v="77" actId="26606"/>
          <ac:spMkLst>
            <pc:docMk/>
            <pc:sldMk cId="0" sldId="266"/>
            <ac:spMk id="15" creationId="{00000000-0000-0000-0000-000000000000}"/>
          </ac:spMkLst>
        </pc:spChg>
      </pc:sldChg>
      <pc:sldChg chg="addSp delSp modSp add mod modNotes">
        <pc:chgData name="kulwinder bhamra" userId="a12914428fb3a095" providerId="LiveId" clId="{F9C495C9-0E7D-43E7-AD41-513FD928BDD5}" dt="2026-05-11T23:19:50.983" v="79" actId="26606"/>
        <pc:sldMkLst>
          <pc:docMk/>
          <pc:sldMk cId="0" sldId="267"/>
        </pc:sldMkLst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7"/>
            <ac:spMk id="2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7"/>
            <ac:spMk id="3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7"/>
            <ac:spMk id="4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7"/>
            <ac:spMk id="5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7"/>
            <ac:spMk id="6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7"/>
            <ac:spMk id="7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7"/>
            <ac:spMk id="8" creationId="{00000000-0000-0000-0000-000000000000}"/>
          </ac:spMkLst>
        </pc:spChg>
        <pc:spChg chg="ad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7"/>
            <ac:spMk id="9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7"/>
            <ac:spMk id="12" creationId="{00000000-0000-0000-0000-000000000000}"/>
          </ac:spMkLst>
        </pc:spChg>
        <pc:spChg chg="del">
          <ac:chgData name="kulwinder bhamra" userId="a12914428fb3a095" providerId="LiveId" clId="{F9C495C9-0E7D-43E7-AD41-513FD928BDD5}" dt="2026-05-11T23:19:50.983" v="79" actId="26606"/>
          <ac:spMkLst>
            <pc:docMk/>
            <pc:sldMk cId="0" sldId="267"/>
            <ac:spMk id="13" creationId="{00000000-0000-0000-0000-000000000000}"/>
          </ac:spMkLst>
        </pc:spChg>
        <pc:spChg chg="del mod">
          <ac:chgData name="kulwinder bhamra" userId="a12914428fb3a095" providerId="LiveId" clId="{F9C495C9-0E7D-43E7-AD41-513FD928BDD5}" dt="2026-05-11T23:19:50.983" v="79" actId="2660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kulwinder bhamra" userId="a12914428fb3a095" providerId="LiveId" clId="{F9C495C9-0E7D-43E7-AD41-513FD928BDD5}" dt="2026-05-11T23:04:53.836" v="77" actId="26606"/>
          <ac:spMkLst>
            <pc:docMk/>
            <pc:sldMk cId="0" sldId="267"/>
            <ac:spMk id="16" creationId="{00000000-0000-0000-0000-000000000000}"/>
          </ac:spMkLst>
        </pc:spChg>
        <pc:picChg chg="mod replId">
          <ac:chgData name="kulwinder bhamra" userId="a12914428fb3a095" providerId="LiveId" clId="{F9C495C9-0E7D-43E7-AD41-513FD928BDD5}" dt="2026-05-11T23:19:50.327" v="78" actId="26606"/>
          <ac:picMkLst>
            <pc:docMk/>
            <pc:sldMk cId="0" sldId="267"/>
            <ac:picMk id="17" creationId="{00000000-0000-0000-0000-000000000000}"/>
          </ac:picMkLst>
        </pc:picChg>
        <pc:picChg chg="mod replId">
          <ac:chgData name="kulwinder bhamra" userId="a12914428fb3a095" providerId="LiveId" clId="{F9C495C9-0E7D-43E7-AD41-513FD928BDD5}" dt="2026-05-11T23:19:50.327" v="78" actId="26606"/>
          <ac:picMkLst>
            <pc:docMk/>
            <pc:sldMk cId="0" sldId="267"/>
            <ac:picMk id="18" creationId="{00000000-0000-0000-0000-000000000000}"/>
          </ac:picMkLst>
        </pc:picChg>
        <pc:picChg chg="mod replId">
          <ac:chgData name="kulwinder bhamra" userId="a12914428fb3a095" providerId="LiveId" clId="{F9C495C9-0E7D-43E7-AD41-513FD928BDD5}" dt="2026-05-11T23:19:50.327" v="78" actId="26606"/>
          <ac:picMkLst>
            <pc:docMk/>
            <pc:sldMk cId="0" sldId="267"/>
            <ac:picMk id="19" creationId="{00000000-0000-0000-0000-000000000000}"/>
          </ac:picMkLst>
        </pc:picChg>
        <pc:picChg chg="mod replId">
          <ac:chgData name="kulwinder bhamra" userId="a12914428fb3a095" providerId="LiveId" clId="{F9C495C9-0E7D-43E7-AD41-513FD928BDD5}" dt="2026-05-11T23:19:50.327" v="78" actId="26606"/>
          <ac:picMkLst>
            <pc:docMk/>
            <pc:sldMk cId="0" sldId="267"/>
            <ac:picMk id="20" creationId="{00000000-0000-0000-0000-000000000000}"/>
          </ac:picMkLst>
        </pc:picChg>
      </pc:sldChg>
      <pc:sldChg chg="add">
        <pc:chgData name="kulwinder bhamra" userId="a12914428fb3a095" providerId="LiveId" clId="{F9C495C9-0E7D-43E7-AD41-513FD928BDD5}" dt="2026-05-11T23:19:50.983" v="79" actId="26606"/>
        <pc:sldMkLst>
          <pc:docMk/>
          <pc:sldMk cId="0" sldId="268"/>
        </pc:sldMkLst>
      </pc:sldChg>
      <pc:sldChg chg="modSp new del mod replId">
        <pc:chgData name="kulwinder bhamra" userId="a12914428fb3a095" providerId="LiveId" clId="{F9C495C9-0E7D-43E7-AD41-513FD928BDD5}" dt="2026-05-11T22:53:20.920" v="75" actId="26606"/>
        <pc:sldMkLst>
          <pc:docMk/>
          <pc:sldMk cId="2225185959" sldId="268"/>
        </pc:sldMkLst>
        <pc:spChg chg="mod">
          <ac:chgData name="kulwinder bhamra" userId="a12914428fb3a095" providerId="LiveId" clId="{F9C495C9-0E7D-43E7-AD41-513FD928BDD5}" dt="2026-05-11T22:41:22.665" v="72" actId="255"/>
          <ac:spMkLst>
            <pc:docMk/>
            <pc:sldMk cId="2225185959" sldId="268"/>
            <ac:spMk id="2" creationId="{555493F2-C023-D4DD-F276-917C8439575E}"/>
          </ac:spMkLst>
        </pc:spChg>
      </pc:sldChg>
      <pc:sldChg chg="add">
        <pc:chgData name="kulwinder bhamra" userId="a12914428fb3a095" providerId="LiveId" clId="{F9C495C9-0E7D-43E7-AD41-513FD928BDD5}" dt="2026-05-11T23:19:50.983" v="79" actId="26606"/>
        <pc:sldMkLst>
          <pc:docMk/>
          <pc:sldMk cId="0" sldId="269"/>
        </pc:sldMkLst>
      </pc:sldChg>
      <pc:sldMasterChg chg="add addSldLayout">
        <pc:chgData name="kulwinder bhamra" userId="a12914428fb3a095" providerId="LiveId" clId="{F9C495C9-0E7D-43E7-AD41-513FD928BDD5}" dt="2026-05-11T22:53:20.920" v="75" actId="26606"/>
        <pc:sldMasterMkLst>
          <pc:docMk/>
          <pc:sldMasterMk cId="0" sldId="2147483648"/>
        </pc:sldMasterMkLst>
        <pc:sldLayoutChg chg="add">
          <pc:chgData name="kulwinder bhamra" userId="a12914428fb3a095" providerId="LiveId" clId="{F9C495C9-0E7D-43E7-AD41-513FD928BDD5}" dt="2026-05-11T22:53:20.920" v="75" actId="2660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replId delSldLayout modSldLayout">
        <pc:chgData name="kulwinder bhamra" userId="a12914428fb3a095" providerId="LiveId" clId="{F9C495C9-0E7D-43E7-AD41-513FD928BDD5}" dt="2026-05-11T22:53:20.920" v="75" actId="26606"/>
        <pc:sldMasterMkLst>
          <pc:docMk/>
          <pc:sldMasterMk cId="508276866" sldId="2147483660"/>
        </pc:sldMasterMkLst>
        <pc:sldLayoutChg chg="del">
          <pc:chgData name="kulwinder bhamra" userId="a12914428fb3a095" providerId="LiveId" clId="{F9C495C9-0E7D-43E7-AD41-513FD928BDD5}" dt="2026-05-11T22:53:20.920" v="75" actId="26606"/>
          <pc:sldLayoutMkLst>
            <pc:docMk/>
            <pc:sldMasterMk cId="508276866" sldId="2147483660"/>
            <pc:sldLayoutMk cId="338956802" sldId="2147483650"/>
          </pc:sldLayoutMkLst>
        </pc:sldLayoutChg>
        <pc:sldLayoutChg chg="del">
          <pc:chgData name="kulwinder bhamra" userId="a12914428fb3a095" providerId="LiveId" clId="{F9C495C9-0E7D-43E7-AD41-513FD928BDD5}" dt="2026-05-11T22:53:20.920" v="75" actId="26606"/>
          <pc:sldLayoutMkLst>
            <pc:docMk/>
            <pc:sldMasterMk cId="508276866" sldId="2147483660"/>
            <pc:sldLayoutMk cId="2534499444" sldId="2147483651"/>
          </pc:sldLayoutMkLst>
        </pc:sldLayoutChg>
        <pc:sldLayoutChg chg="del">
          <pc:chgData name="kulwinder bhamra" userId="a12914428fb3a095" providerId="LiveId" clId="{F9C495C9-0E7D-43E7-AD41-513FD928BDD5}" dt="2026-05-11T22:53:20.920" v="75" actId="26606"/>
          <pc:sldLayoutMkLst>
            <pc:docMk/>
            <pc:sldMasterMk cId="508276866" sldId="2147483660"/>
            <pc:sldLayoutMk cId="1446170673" sldId="2147483652"/>
          </pc:sldLayoutMkLst>
        </pc:sldLayoutChg>
        <pc:sldLayoutChg chg="del">
          <pc:chgData name="kulwinder bhamra" userId="a12914428fb3a095" providerId="LiveId" clId="{F9C495C9-0E7D-43E7-AD41-513FD928BDD5}" dt="2026-05-11T22:53:20.920" v="75" actId="26606"/>
          <pc:sldLayoutMkLst>
            <pc:docMk/>
            <pc:sldMasterMk cId="508276866" sldId="2147483660"/>
            <pc:sldLayoutMk cId="951861047" sldId="2147483653"/>
          </pc:sldLayoutMkLst>
        </pc:sldLayoutChg>
        <pc:sldLayoutChg chg="del">
          <pc:chgData name="kulwinder bhamra" userId="a12914428fb3a095" providerId="LiveId" clId="{F9C495C9-0E7D-43E7-AD41-513FD928BDD5}" dt="2026-05-11T22:53:20.920" v="75" actId="26606"/>
          <pc:sldLayoutMkLst>
            <pc:docMk/>
            <pc:sldMasterMk cId="508276866" sldId="2147483660"/>
            <pc:sldLayoutMk cId="1248518413" sldId="2147483654"/>
          </pc:sldLayoutMkLst>
        </pc:sldLayoutChg>
        <pc:sldLayoutChg chg="del">
          <pc:chgData name="kulwinder bhamra" userId="a12914428fb3a095" providerId="LiveId" clId="{F9C495C9-0E7D-43E7-AD41-513FD928BDD5}" dt="2026-05-11T22:53:20.920" v="75" actId="26606"/>
          <pc:sldLayoutMkLst>
            <pc:docMk/>
            <pc:sldMasterMk cId="508276866" sldId="2147483660"/>
            <pc:sldLayoutMk cId="148671936" sldId="2147483655"/>
          </pc:sldLayoutMkLst>
        </pc:sldLayoutChg>
        <pc:sldLayoutChg chg="del">
          <pc:chgData name="kulwinder bhamra" userId="a12914428fb3a095" providerId="LiveId" clId="{F9C495C9-0E7D-43E7-AD41-513FD928BDD5}" dt="2026-05-11T22:53:20.920" v="75" actId="26606"/>
          <pc:sldLayoutMkLst>
            <pc:docMk/>
            <pc:sldMasterMk cId="508276866" sldId="2147483660"/>
            <pc:sldLayoutMk cId="1166499281" sldId="2147483656"/>
          </pc:sldLayoutMkLst>
        </pc:sldLayoutChg>
        <pc:sldLayoutChg chg="del">
          <pc:chgData name="kulwinder bhamra" userId="a12914428fb3a095" providerId="LiveId" clId="{F9C495C9-0E7D-43E7-AD41-513FD928BDD5}" dt="2026-05-11T22:53:20.920" v="75" actId="26606"/>
          <pc:sldLayoutMkLst>
            <pc:docMk/>
            <pc:sldMasterMk cId="508276866" sldId="2147483660"/>
            <pc:sldLayoutMk cId="1449829253" sldId="2147483657"/>
          </pc:sldLayoutMkLst>
        </pc:sldLayoutChg>
        <pc:sldLayoutChg chg="del">
          <pc:chgData name="kulwinder bhamra" userId="a12914428fb3a095" providerId="LiveId" clId="{F9C495C9-0E7D-43E7-AD41-513FD928BDD5}" dt="2026-05-11T22:53:20.920" v="75" actId="26606"/>
          <pc:sldLayoutMkLst>
            <pc:docMk/>
            <pc:sldMasterMk cId="508276866" sldId="2147483660"/>
            <pc:sldLayoutMk cId="562047125" sldId="2147483658"/>
          </pc:sldLayoutMkLst>
        </pc:sldLayoutChg>
        <pc:sldLayoutChg chg="del">
          <pc:chgData name="kulwinder bhamra" userId="a12914428fb3a095" providerId="LiveId" clId="{F9C495C9-0E7D-43E7-AD41-513FD928BDD5}" dt="2026-05-11T22:53:20.920" v="75" actId="26606"/>
          <pc:sldLayoutMkLst>
            <pc:docMk/>
            <pc:sldMasterMk cId="508276866" sldId="2147483660"/>
            <pc:sldLayoutMk cId="3105792158" sldId="2147483659"/>
          </pc:sldLayoutMkLst>
        </pc:sldLayoutChg>
        <pc:sldLayoutChg chg="del replId">
          <pc:chgData name="kulwinder bhamra" userId="a12914428fb3a095" providerId="LiveId" clId="{F9C495C9-0E7D-43E7-AD41-513FD928BDD5}" dt="2026-05-11T22:53:20.920" v="75" actId="26606"/>
          <pc:sldLayoutMkLst>
            <pc:docMk/>
            <pc:sldMasterMk cId="508276866" sldId="2147483660"/>
            <pc:sldLayoutMk cId="3258087014" sldId="2147483661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A63-447C-BD36-7F6BCC663F46}"/>
              </c:ext>
            </c:extLst>
          </c:dPt>
          <c:dPt>
            <c:idx val="1"/>
            <c:bubble3D val="0"/>
            <c:spPr>
              <a:solidFill>
                <a:srgbClr val="E86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63-447C-BD36-7F6BCC663F4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A63-447C-BD36-7F6BCC663F4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A63-447C-BD36-7F6BCC663F4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Retained (2,885)</c:v>
                </c:pt>
                <c:pt idx="1">
                  <c:v>Churned (1,427)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2885</c:v>
                </c:pt>
                <c:pt idx="1">
                  <c:v>1427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63-447C-BD36-7F6BCC663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37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Retained (0)</c:v>
                </c:pt>
                <c:pt idx="1">
                  <c:v>Churned (1)</c:v>
                </c:pt>
                <c:pt idx="2">
                  <c:v>Weighted Avg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0.49</c:v>
                </c:pt>
                <c:pt idx="1">
                  <c:v>0.65</c:v>
                </c:pt>
                <c:pt idx="2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EA-4C3E-9D1D-297FBEA094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8634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37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Retained (0)</c:v>
                </c:pt>
                <c:pt idx="1">
                  <c:v>Churned (1)</c:v>
                </c:pt>
                <c:pt idx="2">
                  <c:v>Weighted Avg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0.49</c:v>
                </c:pt>
                <c:pt idx="1">
                  <c:v>0.65</c:v>
                </c:pt>
                <c:pt idx="2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EA-4C3E-9D1D-297FBEA094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37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Retained (0)</c:v>
                </c:pt>
                <c:pt idx="1">
                  <c:v>Churned (1)</c:v>
                </c:pt>
                <c:pt idx="2">
                  <c:v>Weighted Avg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0.49</c:v>
                </c:pt>
                <c:pt idx="1">
                  <c:v>0.65</c:v>
                </c:pt>
                <c:pt idx="2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EA-4C3E-9D1D-297FBEA094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98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>
              <a:alpha val="6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 Prediction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6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RFM Analysis &amp; Machine Learning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097280" cy="36576"/>
          </a:xfrm>
          <a:prstGeom prst="rect">
            <a:avLst/>
          </a:prstGeom>
          <a:solidFill>
            <a:srgbClr val="E86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Dataset  |  525,461 transactions  |  4,312 customers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Kulwinder Bhamra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E86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 churn matters for retail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21408"/>
            <a:ext cx="457200" cy="457200"/>
          </a:xfrm>
          <a:prstGeom prst="ellipse">
            <a:avLst/>
          </a:prstGeom>
          <a:solidFill>
            <a:srgbClr val="E86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3152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dataset &amp; cleaning pipeline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79776"/>
            <a:ext cx="457200" cy="457200"/>
          </a:xfrm>
          <a:prstGeom prst="ellipse">
            <a:avLst/>
          </a:prstGeom>
          <a:solidFill>
            <a:srgbClr val="E86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152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&amp; RFM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035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and RFM scoring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438144"/>
            <a:ext cx="457200" cy="457200"/>
          </a:xfrm>
          <a:prstGeom prst="ellipse">
            <a:avLst/>
          </a:prstGeom>
          <a:solidFill>
            <a:srgbClr val="E86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3152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438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Random Forest results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E86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315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352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next steps</a:t>
            </a:r>
            <a:endParaRPr lang="en-US" sz="1200" dirty="0"/>
          </a:p>
        </p:txBody>
      </p:sp>
      <p:pic>
        <p:nvPicPr>
          <p:cNvPr id="23" name="Image 0" descr="/agent/turn4/workspace/professional-flat-illustration-of-customer-data-an_2026-05-11T22-45-50_image_DAS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771972"/>
            <a:ext cx="3474720" cy="1942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dataset, 33% of customers churned (no purchase in 90+ days). Identifying them early is critical to retention.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514600" cy="25603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525K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 in the Online Retail II dataset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20440" y="1920240"/>
            <a:ext cx="2514600" cy="2560320"/>
          </a:xfrm>
          <a:prstGeom prst="rect">
            <a:avLst/>
          </a:prstGeom>
          <a:solidFill>
            <a:srgbClr val="24365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488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2743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4,312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3794760" y="33832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 after cleaning null IDs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309360" y="1920240"/>
            <a:ext cx="2514600" cy="2560320"/>
          </a:xfrm>
          <a:prstGeom prst="rect">
            <a:avLst/>
          </a:prstGeom>
          <a:solidFill>
            <a:srgbClr val="E8634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148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2743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33%</a:t>
            </a:r>
            <a:endParaRPr lang="en-US" sz="4200" dirty="0"/>
          </a:p>
        </p:txBody>
      </p:sp>
      <p:sp>
        <p:nvSpPr>
          <p:cNvPr id="15" name="Text 10"/>
          <p:cNvSpPr/>
          <p:nvPr/>
        </p:nvSpPr>
        <p:spPr>
          <a:xfrm>
            <a:off x="6583680" y="33832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(1,427 of 4,312 customers)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dataset: 525,461 transactions from a UK-based online retailer (Dec 2009 - Dec 2010).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28597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489434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15CM Christmas Glass Ball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2009-12-01 07:45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13085.0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107,927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Kingdom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6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null Customer IDs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107,927 rows with missing Customer 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525,461 → 417,534 rows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6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 missing descriptions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606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2,928 null descriptions with 'Unknown'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nulls remaining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6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positive transactions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474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only Quantity &gt; 0 and Price &gt; 0 (removed returns/credits)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417,534 → 407,664 rows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14400" y="4069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6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54480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 TotalPrice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343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TotalPrice = Quantity x Price for monetary analysis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£11.90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RFM Distributions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dimensions are heavily right-skewed — most customers cluster at low values</a:t>
            </a:r>
            <a:endParaRPr lang="en-US" sz="1200" dirty="0"/>
          </a:p>
        </p:txBody>
      </p:sp>
      <p:pic>
        <p:nvPicPr>
          <p:cNvPr id="4" name="Image 0" descr="/agent/turn4/workspace/charts/recency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29125"/>
            <a:ext cx="2834640" cy="1576791"/>
          </a:xfrm>
          <a:prstGeom prst="rect">
            <a:avLst/>
          </a:prstGeom>
        </p:spPr>
      </p:pic>
      <p:pic>
        <p:nvPicPr>
          <p:cNvPr id="5" name="Image 1" descr="/agent/turn4/workspace/charts/frequency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229125"/>
            <a:ext cx="2834640" cy="1576791"/>
          </a:xfrm>
          <a:prstGeom prst="rect">
            <a:avLst/>
          </a:prstGeom>
        </p:spPr>
      </p:pic>
      <p:pic>
        <p:nvPicPr>
          <p:cNvPr id="6" name="Image 2" descr="/agent/turn4/workspace/charts/monetary_d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229125"/>
            <a:ext cx="2834640" cy="15767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Behavior &amp; Geography</a:t>
            </a:r>
            <a:endParaRPr lang="en-US" sz="3200" dirty="0"/>
          </a:p>
        </p:txBody>
      </p:sp>
      <p:pic>
        <p:nvPicPr>
          <p:cNvPr id="3" name="Image 0" descr="/agent/turn4/workspace/charts/freq_vs_monet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0660"/>
            <a:ext cx="4297680" cy="2662280"/>
          </a:xfrm>
          <a:prstGeom prst="rect">
            <a:avLst/>
          </a:prstGeom>
        </p:spPr>
      </p:pic>
      <p:pic>
        <p:nvPicPr>
          <p:cNvPr id="4" name="Image 1" descr="/agent/turn4/workspace/charts/country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824454"/>
            <a:ext cx="4114800" cy="22946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RFM Analysis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behavioral dimensions scored per customer — churn defined as Recency &gt; 90 days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14600" cy="283464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6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Recency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 relative to snapshot date (Dec 9, 2010).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3794760"/>
            <a:ext cx="1965960" cy="365760"/>
          </a:xfrm>
          <a:prstGeom prst="rect">
            <a:avLst/>
          </a:prstGeom>
          <a:solidFill>
            <a:srgbClr val="E8634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05840" y="3794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threshold: &gt; 90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1645920"/>
            <a:ext cx="2514600" cy="283464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520440" y="1783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6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520440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unique invoices per customer. Median: 2 transactions.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4760" y="3794760"/>
            <a:ext cx="1965960" cy="365760"/>
          </a:xfrm>
          <a:prstGeom prst="rect">
            <a:avLst/>
          </a:prstGeom>
          <a:solidFill>
            <a:srgbClr val="E8634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794760" y="3794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 to 205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514600" cy="2834640"/>
          </a:xfrm>
          <a:prstGeom prst="rect">
            <a:avLst/>
          </a:prstGeom>
          <a:solidFill>
            <a:srgbClr val="243656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6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TotalPrice per customer. Median spend: £11.90.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3794760"/>
            <a:ext cx="1965960" cy="365760"/>
          </a:xfrm>
          <a:prstGeom prst="rect">
            <a:avLst/>
          </a:prstGeom>
          <a:solidFill>
            <a:srgbClr val="E8634A">
              <a:alpha val="8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583680" y="3794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£2.95 to £349K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Distribution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029200" y="1280160"/>
            <a:ext cx="3657600" cy="3108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30352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0352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4,312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0352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(Recency &lt;= 90d):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2,885 (67%)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0352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(Recency &gt; 90d):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1,427 (33%)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0352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Recency: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days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Frequency: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orders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Monetary: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£11.90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 Approach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0584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Recency, Frequency, Monetary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Churn (Recency &gt; 90 days)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random train-test split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100% accuracy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947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— Recency directly determines the churn label, making the model trivially perfect.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02920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(Time-Split)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2240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Frequency, Monetary only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80th percentile temporal cutoff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= not active in test period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58% accuracy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7947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leakage — uses only behavioral features with temporal validation.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time-based split — the methodologically sound approach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8229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feature importance scores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6675120" cy="548640"/>
          </a:xfrm>
          <a:prstGeom prst="rect">
            <a:avLst/>
          </a:prstGeom>
          <a:solidFill>
            <a:srgbClr val="E863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0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86.7%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1024128" cy="5486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920240" y="3749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13.3%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0" y="34747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value dominates prediction — how much a customer spends is the strongest signal of future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15087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leakage matters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Recency as a feature when churn is defined by Recency yields a misleadingly perfect model. The time-split approach is more honest.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657600" cy="15087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Monetary is the top predictor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86.7% feature importance, customer spend is far more predictive than purchase frequency (13.3%) in the Random Forest model.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3657600" cy="15087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58% accuracy — room to grow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without Recency achieves 58% accuracy. Additional features (product diversity, seasonality) could improve this.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063240"/>
            <a:ext cx="3657600" cy="15087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Imbalanced classes affect results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67% retained vs 33% churned, the model performs better on the majority class. Resampling or cost-sensitive learning could help.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features: product category diversity, return rate, day-of-week patterns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gradient boosting (XGBoost / LightGBM) for better accuracy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or class weighting to handle the 67/33 imbalance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8872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with cross-validation on the time-split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9476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8872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scoring pipeline for real-time churn risk assessment</a:t>
            </a:r>
            <a:endParaRPr lang="en-US" sz="1300" dirty="0"/>
          </a:p>
        </p:txBody>
      </p:sp>
      <p:sp>
        <p:nvSpPr>
          <p:cNvPr id="13" name="Shape 6"/>
          <p:cNvSpPr/>
          <p:nvPr/>
        </p:nvSpPr>
        <p:spPr>
          <a:xfrm>
            <a:off x="5760720" y="1371600"/>
            <a:ext cx="2926080" cy="2560320"/>
          </a:xfrm>
          <a:prstGeom prst="rect">
            <a:avLst/>
          </a:prstGeom>
          <a:solidFill>
            <a:srgbClr val="E8634A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645920"/>
            <a:ext cx="548640" cy="54864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035040" y="2286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Improve?</a:t>
            </a:r>
            <a:endParaRPr lang="en-US" sz="2000" dirty="0"/>
          </a:p>
        </p:txBody>
      </p:sp>
      <p:sp>
        <p:nvSpPr>
          <p:cNvPr id="16" name="Text 8"/>
          <p:cNvSpPr/>
          <p:nvPr/>
        </p:nvSpPr>
        <p:spPr>
          <a:xfrm>
            <a:off x="603504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75%+ accuracy with enriched features and tuned models.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726</Words>
  <Application>Microsoft Office PowerPoint</Application>
  <PresentationFormat>On-screen Show (16:9)</PresentationFormat>
  <Paragraphs>172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kulwinder bhamra</dc:creator>
  <cp:lastModifiedBy>kulwinder bhamra</cp:lastModifiedBy>
  <cp:revision>1</cp:revision>
  <dcterms:created xsi:type="dcterms:W3CDTF">2026-05-11T22:31:56Z</dcterms:created>
  <dcterms:modified xsi:type="dcterms:W3CDTF">2026-05-11T23:24:02Z</dcterms:modified>
</cp:coreProperties>
</file>